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Nümunə slayd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 təqdimat yalnız nümunə üçündür.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 material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Rəsmi slaydlar sonradan əlavə olunacaq.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